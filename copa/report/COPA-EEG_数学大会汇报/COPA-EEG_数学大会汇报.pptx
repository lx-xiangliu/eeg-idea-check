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397703c3ca48f3" /><Relationship Type="http://schemas.openxmlformats.org/officeDocument/2006/relationships/extended-properties" Target="/docProps/app.xml" Id="R069a860106be48e8" /><Relationship Type="http://schemas.openxmlformats.org/officeDocument/2006/relationships/officeDocument" Target="/ppt/presentation.xml" Id="R68650da8ba844d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464babfc244c38"/>
  </p:sldMasterIdLst>
  <p:notesMasterIdLst>
    <p:notesMasterId xmlns:r="http://schemas.openxmlformats.org/officeDocument/2006/relationships" r:id="Rf36fdf439c0444a1"/>
  </p:notesMasterIdLst>
  <p:sldIdLst>
    <p:sldId xmlns:r="http://schemas.openxmlformats.org/officeDocument/2006/relationships" id="256" r:id="R363b9f24924046cc"/>
    <p:sldId xmlns:r="http://schemas.openxmlformats.org/officeDocument/2006/relationships" id="257" r:id="Rb827e37be43144a7"/>
    <p:sldId xmlns:r="http://schemas.openxmlformats.org/officeDocument/2006/relationships" id="258" r:id="R02db85f56da1490b"/>
    <p:sldId xmlns:r="http://schemas.openxmlformats.org/officeDocument/2006/relationships" id="259" r:id="Rb38cb5ca2c694091"/>
    <p:sldId xmlns:r="http://schemas.openxmlformats.org/officeDocument/2006/relationships" id="260" r:id="R1bfed14a7c534152"/>
    <p:sldId xmlns:r="http://schemas.openxmlformats.org/officeDocument/2006/relationships" id="261" r:id="Redf0456b0ac447f7"/>
    <p:sldId xmlns:r="http://schemas.openxmlformats.org/officeDocument/2006/relationships" id="262" r:id="R1e16b3db996f48d2"/>
    <p:sldId xmlns:r="http://schemas.openxmlformats.org/officeDocument/2006/relationships" id="263" r:id="Radbcf757beff4300"/>
    <p:sldId xmlns:r="http://schemas.openxmlformats.org/officeDocument/2006/relationships" id="264" r:id="Rde79c8c751524600"/>
    <p:sldId xmlns:r="http://schemas.openxmlformats.org/officeDocument/2006/relationships" id="265" r:id="Ref1cf422f09443b9"/>
    <p:sldId xmlns:r="http://schemas.openxmlformats.org/officeDocument/2006/relationships" id="266" r:id="R402bcf36414642a9"/>
    <p:sldId xmlns:r="http://schemas.openxmlformats.org/officeDocument/2006/relationships" id="267" r:id="R015c593ab0e3474f"/>
    <p:sldId xmlns:r="http://schemas.openxmlformats.org/officeDocument/2006/relationships" id="268" r:id="R3c07144557084433"/>
    <p:sldId xmlns:r="http://schemas.openxmlformats.org/officeDocument/2006/relationships" id="269" r:id="Ra748fa3b443a4e15"/>
    <p:sldId xmlns:r="http://schemas.openxmlformats.org/officeDocument/2006/relationships" id="270" r:id="R1bd745e13d4548e2"/>
    <p:sldId xmlns:r="http://schemas.openxmlformats.org/officeDocument/2006/relationships" id="271" r:id="R585ac7b349bf4978"/>
    <p:sldId xmlns:r="http://schemas.openxmlformats.org/officeDocument/2006/relationships" id="272" r:id="Rdc05d915255a49be"/>
    <p:sldId xmlns:r="http://schemas.openxmlformats.org/officeDocument/2006/relationships" id="273" r:id="Rf9d045293a814c47"/>
    <p:sldId xmlns:r="http://schemas.openxmlformats.org/officeDocument/2006/relationships" id="274" r:id="Rc5023a749aba40e8"/>
    <p:sldId xmlns:r="http://schemas.openxmlformats.org/officeDocument/2006/relationships" id="275" r:id="Rd4434922c7644f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2e21239e35466b" /><Relationship Type="http://schemas.openxmlformats.org/officeDocument/2006/relationships/slideMaster" Target="/ppt/slideMasters/slideMaster1.xml" Id="R23464babfc244c38" /><Relationship Type="http://schemas.openxmlformats.org/officeDocument/2006/relationships/notesMaster" Target="/ppt/notesMasters/notesMaster1.xml" Id="Rf36fdf439c0444a1" /><Relationship Type="http://schemas.openxmlformats.org/officeDocument/2006/relationships/presProps" Target="/ppt/presProps.xml" Id="Rf7c6d36b6a474901" /><Relationship Type="http://schemas.openxmlformats.org/officeDocument/2006/relationships/tableStyles" Target="/ppt/tableStyles.xml" Id="R52adacfbd2f8467d" /><Relationship Type="http://schemas.openxmlformats.org/officeDocument/2006/relationships/slide" Target="/ppt/slides/slide1.xml" Id="R363b9f24924046cc" /><Relationship Type="http://schemas.openxmlformats.org/officeDocument/2006/relationships/slide" Target="/ppt/slides/slide2.xml" Id="Rb827e37be43144a7" /><Relationship Type="http://schemas.openxmlformats.org/officeDocument/2006/relationships/slide" Target="/ppt/slides/slide3.xml" Id="R02db85f56da1490b" /><Relationship Type="http://schemas.openxmlformats.org/officeDocument/2006/relationships/slide" Target="/ppt/slides/slide4.xml" Id="Rb38cb5ca2c694091" /><Relationship Type="http://schemas.openxmlformats.org/officeDocument/2006/relationships/slide" Target="/ppt/slides/slide5.xml" Id="R1bfed14a7c534152" /><Relationship Type="http://schemas.openxmlformats.org/officeDocument/2006/relationships/slide" Target="/ppt/slides/slide6.xml" Id="Redf0456b0ac447f7" /><Relationship Type="http://schemas.openxmlformats.org/officeDocument/2006/relationships/slide" Target="/ppt/slides/slide7.xml" Id="R1e16b3db996f48d2" /><Relationship Type="http://schemas.openxmlformats.org/officeDocument/2006/relationships/slide" Target="/ppt/slides/slide8.xml" Id="Radbcf757beff4300" /><Relationship Type="http://schemas.openxmlformats.org/officeDocument/2006/relationships/slide" Target="/ppt/slides/slide9.xml" Id="Rde79c8c751524600" /><Relationship Type="http://schemas.openxmlformats.org/officeDocument/2006/relationships/slide" Target="/ppt/slides/slide10.xml" Id="Ref1cf422f09443b9" /><Relationship Type="http://schemas.openxmlformats.org/officeDocument/2006/relationships/slide" Target="/ppt/slides/slide11.xml" Id="R402bcf36414642a9" /><Relationship Type="http://schemas.openxmlformats.org/officeDocument/2006/relationships/slide" Target="/ppt/slides/slide12.xml" Id="R015c593ab0e3474f" /><Relationship Type="http://schemas.openxmlformats.org/officeDocument/2006/relationships/slide" Target="/ppt/slides/slide13.xml" Id="R3c07144557084433" /><Relationship Type="http://schemas.openxmlformats.org/officeDocument/2006/relationships/slide" Target="/ppt/slides/slide14.xml" Id="Ra748fa3b443a4e15" /><Relationship Type="http://schemas.openxmlformats.org/officeDocument/2006/relationships/slide" Target="/ppt/slides/slide15.xml" Id="R1bd745e13d4548e2" /><Relationship Type="http://schemas.openxmlformats.org/officeDocument/2006/relationships/slide" Target="/ppt/slides/slide16.xml" Id="R585ac7b349bf4978" /><Relationship Type="http://schemas.openxmlformats.org/officeDocument/2006/relationships/slide" Target="/ppt/slides/slide17.xml" Id="Rdc05d915255a49be" /><Relationship Type="http://schemas.openxmlformats.org/officeDocument/2006/relationships/slide" Target="/ppt/slides/slide18.xml" Id="Rf9d045293a814c47" /><Relationship Type="http://schemas.openxmlformats.org/officeDocument/2006/relationships/slide" Target="/ppt/slides/slide19.xml" Id="Rc5023a749aba40e8" /><Relationship Type="http://schemas.openxmlformats.org/officeDocument/2006/relationships/slide" Target="/ppt/slides/slide20.xml" Id="Rd4434922c7644f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499624c73b46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c0c346c71d44b6" /><Relationship Type="http://schemas.openxmlformats.org/officeDocument/2006/relationships/notesMaster" Target="/ppt/notesMasters/notesMaster1.xml" Id="R8545df02405d42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ea03fe61264237" /><Relationship Type="http://schemas.openxmlformats.org/officeDocument/2006/relationships/notesMaster" Target="/ppt/notesMasters/notesMaster1.xml" Id="Raa2d4988ee3845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0c0da166d0412e" /><Relationship Type="http://schemas.openxmlformats.org/officeDocument/2006/relationships/notesMaster" Target="/ppt/notesMasters/notesMaster1.xml" Id="R20f634ed6cbf4c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a0d53234134372" /><Relationship Type="http://schemas.openxmlformats.org/officeDocument/2006/relationships/notesMaster" Target="/ppt/notesMasters/notesMaster1.xml" Id="Rb59e519cf49c44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53c73347d24eaf" /><Relationship Type="http://schemas.openxmlformats.org/officeDocument/2006/relationships/notesMaster" Target="/ppt/notesMasters/notesMaster1.xml" Id="R30ed43a2bc6d46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f222c66c604ff0" /><Relationship Type="http://schemas.openxmlformats.org/officeDocument/2006/relationships/notesMaster" Target="/ppt/notesMasters/notesMaster1.xml" Id="Rdc41895254c249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f386db8bd04f6c" /><Relationship Type="http://schemas.openxmlformats.org/officeDocument/2006/relationships/notesMaster" Target="/ppt/notesMasters/notesMaster1.xml" Id="R208d4af22c5442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44bb0c20574a43" /><Relationship Type="http://schemas.openxmlformats.org/officeDocument/2006/relationships/notesMaster" Target="/ppt/notesMasters/notesMaster1.xml" Id="R3b9a16a16dd342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929ef47e6740cf" /><Relationship Type="http://schemas.openxmlformats.org/officeDocument/2006/relationships/notesMaster" Target="/ppt/notesMasters/notesMaster1.xml" Id="Rb619519725224d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32a9d9e89b4221" /><Relationship Type="http://schemas.openxmlformats.org/officeDocument/2006/relationships/notesMaster" Target="/ppt/notesMasters/notesMaster1.xml" Id="R9200e1019ebf46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81df5941ec47c4" /><Relationship Type="http://schemas.openxmlformats.org/officeDocument/2006/relationships/notesMaster" Target="/ppt/notesMasters/notesMaster1.xml" Id="R91f1132e61dd4d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194a17aac54ab8" /><Relationship Type="http://schemas.openxmlformats.org/officeDocument/2006/relationships/notesMaster" Target="/ppt/notesMasters/notesMaster1.xml" Id="R554d6346f0f8415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f4a1fb6aae744f4" /><Relationship Type="http://schemas.openxmlformats.org/officeDocument/2006/relationships/notesMaster" Target="/ppt/notesMasters/notesMaster1.xml" Id="Rd2e93c1af2974df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4f42f7587854213" /><Relationship Type="http://schemas.openxmlformats.org/officeDocument/2006/relationships/notesMaster" Target="/ppt/notesMasters/notesMaster1.xml" Id="Ra19de496fe214f7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541ed7130cb41c0" /><Relationship Type="http://schemas.openxmlformats.org/officeDocument/2006/relationships/notesMaster" Target="/ppt/notesMasters/notesMaster1.xml" Id="Rc82837bc5bde415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914bb87c2684bee" /><Relationship Type="http://schemas.openxmlformats.org/officeDocument/2006/relationships/notesMaster" Target="/ppt/notesMasters/notesMaster1.xml" Id="R274225339e784ed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0453d61e0b04e0a" /><Relationship Type="http://schemas.openxmlformats.org/officeDocument/2006/relationships/notesMaster" Target="/ppt/notesMasters/notesMaster1.xml" Id="Rbac8a98cc5b7474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0d818f874d04250" /><Relationship Type="http://schemas.openxmlformats.org/officeDocument/2006/relationships/notesMaster" Target="/ppt/notesMasters/notesMaster1.xml" Id="Rdfb84aa663c243d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373f3c05f4746ea" /><Relationship Type="http://schemas.openxmlformats.org/officeDocument/2006/relationships/notesMaster" Target="/ppt/notesMasters/notesMaster1.xml" Id="R35210d7bbe2b488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d438d3bd95846d8" /><Relationship Type="http://schemas.openxmlformats.org/officeDocument/2006/relationships/notesMaster" Target="/ppt/notesMasters/notesMaster1.xml" Id="Rd82b963b3ee641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60d36fa49347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6953d6989b47a0" /><Relationship Type="http://schemas.openxmlformats.org/officeDocument/2006/relationships/slideLayout" Target="/ppt/slideLayouts/slideLayout1.xml" Id="R143760088aa94f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3760088aa94f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b94749c724759" /><Relationship Type="http://schemas.openxmlformats.org/officeDocument/2006/relationships/image" Target="/ppt/media/image.png" Id="R7cbb9da83a804c9c" /><Relationship Type="http://schemas.openxmlformats.org/officeDocument/2006/relationships/notesSlide" Target="/ppt/notesSlides/notesSlide1.xml" Id="R98f88a3d80cf49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c39d5b10446d6" /><Relationship Type="http://schemas.openxmlformats.org/officeDocument/2006/relationships/image" Target="/ppt/media/image2.png" Id="R8a1f45fb309d4d35" /><Relationship Type="http://schemas.openxmlformats.org/officeDocument/2006/relationships/notesSlide" Target="/ppt/notesSlides/notesSlide2.xml" Id="Rd6b7f7bd67a547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9d8e32a044526" /><Relationship Type="http://schemas.openxmlformats.org/officeDocument/2006/relationships/image" Target="/ppt/media/image3.png" Id="R45b636693e0840d8" /><Relationship Type="http://schemas.openxmlformats.org/officeDocument/2006/relationships/notesSlide" Target="/ppt/notesSlides/notesSlide3.xml" Id="Re865697d2cf946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79abc0c054f72" /><Relationship Type="http://schemas.openxmlformats.org/officeDocument/2006/relationships/image" Target="/ppt/media/image4.png" Id="R7614f5d4e5084f47" /><Relationship Type="http://schemas.openxmlformats.org/officeDocument/2006/relationships/notesSlide" Target="/ppt/notesSlides/notesSlide4.xml" Id="R7d9b4234544c44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45fc8be8b4cd3" /><Relationship Type="http://schemas.openxmlformats.org/officeDocument/2006/relationships/image" Target="/ppt/media/image5.png" Id="R20065be99d4e4ed7" /><Relationship Type="http://schemas.openxmlformats.org/officeDocument/2006/relationships/notesSlide" Target="/ppt/notesSlides/notesSlide5.xml" Id="R70830c81a0354e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f1f734cc44824" /><Relationship Type="http://schemas.openxmlformats.org/officeDocument/2006/relationships/image" Target="/ppt/media/image6.png" Id="R709a3d410d954fc5" /><Relationship Type="http://schemas.openxmlformats.org/officeDocument/2006/relationships/notesSlide" Target="/ppt/notesSlides/notesSlide6.xml" Id="R7461e7c2057844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bd5bd7b8944cb" /><Relationship Type="http://schemas.openxmlformats.org/officeDocument/2006/relationships/image" Target="/ppt/media/image7.png" Id="R8adeb69e3d124e54" /><Relationship Type="http://schemas.openxmlformats.org/officeDocument/2006/relationships/notesSlide" Target="/ppt/notesSlides/notesSlide7.xml" Id="Re8750acff09543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8ea2aa9514fd6" /><Relationship Type="http://schemas.openxmlformats.org/officeDocument/2006/relationships/image" Target="/ppt/media/image8.png" Id="Ra06ad2a98fdc4694" /><Relationship Type="http://schemas.openxmlformats.org/officeDocument/2006/relationships/notesSlide" Target="/ppt/notesSlides/notesSlide8.xml" Id="R0dae376c50d74d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26839aa3d46c3" /><Relationship Type="http://schemas.openxmlformats.org/officeDocument/2006/relationships/image" Target="/ppt/media/image9.png" Id="Rcb1a020ae23a4519" /><Relationship Type="http://schemas.openxmlformats.org/officeDocument/2006/relationships/notesSlide" Target="/ppt/notesSlides/notesSlide9.xml" Id="Rd501ef9e149b43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baff0006d4c18" /><Relationship Type="http://schemas.openxmlformats.org/officeDocument/2006/relationships/image" Target="/ppt/media/image10.png" Id="R5c5854b85eb04af6" /><Relationship Type="http://schemas.openxmlformats.org/officeDocument/2006/relationships/notesSlide" Target="/ppt/notesSlides/notesSlide10.xml" Id="Rdcb2cdd4180c41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a49d269f544a5" /><Relationship Type="http://schemas.openxmlformats.org/officeDocument/2006/relationships/image" Target="/ppt/media/image11.png" Id="R1bcb9c08735b47c8" /><Relationship Type="http://schemas.openxmlformats.org/officeDocument/2006/relationships/notesSlide" Target="/ppt/notesSlides/notesSlide11.xml" Id="Rd2bb399ce2d94a3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2c95567244440" /><Relationship Type="http://schemas.openxmlformats.org/officeDocument/2006/relationships/image" Target="/ppt/media/image12.png" Id="R5fb2fe11651e4c07" /><Relationship Type="http://schemas.openxmlformats.org/officeDocument/2006/relationships/notesSlide" Target="/ppt/notesSlides/notesSlide12.xml" Id="R68ded74385e64b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34f2c29434555" /><Relationship Type="http://schemas.openxmlformats.org/officeDocument/2006/relationships/image" Target="/ppt/media/image13.png" Id="R8c79128ddc1f47b1" /><Relationship Type="http://schemas.openxmlformats.org/officeDocument/2006/relationships/notesSlide" Target="/ppt/notesSlides/notesSlide13.xml" Id="R0dc1eabf89784b3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1b7d3c8a044bd" /><Relationship Type="http://schemas.openxmlformats.org/officeDocument/2006/relationships/image" Target="/ppt/media/image14.png" Id="R19f24beb484d45a8" /><Relationship Type="http://schemas.openxmlformats.org/officeDocument/2006/relationships/notesSlide" Target="/ppt/notesSlides/notesSlide14.xml" Id="R1bd3375bc6614b5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fe9581cac44e6" /><Relationship Type="http://schemas.openxmlformats.org/officeDocument/2006/relationships/image" Target="/ppt/media/image15.png" Id="R283c399b7ee44fed" /><Relationship Type="http://schemas.openxmlformats.org/officeDocument/2006/relationships/notesSlide" Target="/ppt/notesSlides/notesSlide15.xml" Id="R4988c3419b4e47e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275ac9da44ad6" /><Relationship Type="http://schemas.openxmlformats.org/officeDocument/2006/relationships/image" Target="/ppt/media/image16.png" Id="R8e852c30a76f43b9" /><Relationship Type="http://schemas.openxmlformats.org/officeDocument/2006/relationships/notesSlide" Target="/ppt/notesSlides/notesSlide16.xml" Id="R303d801bc97546f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f64ed0a964f56" /><Relationship Type="http://schemas.openxmlformats.org/officeDocument/2006/relationships/image" Target="/ppt/media/image17.png" Id="R8f037bf6126642e4" /><Relationship Type="http://schemas.openxmlformats.org/officeDocument/2006/relationships/notesSlide" Target="/ppt/notesSlides/notesSlide17.xml" Id="Ra656f7754b70484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c7c916f3b4e18" /><Relationship Type="http://schemas.openxmlformats.org/officeDocument/2006/relationships/image" Target="/ppt/media/image18.png" Id="Rc2476e389a42403f" /><Relationship Type="http://schemas.openxmlformats.org/officeDocument/2006/relationships/notesSlide" Target="/ppt/notesSlides/notesSlide18.xml" Id="R3590c3471570449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9806a2f0b4842" /><Relationship Type="http://schemas.openxmlformats.org/officeDocument/2006/relationships/image" Target="/ppt/media/image19.png" Id="R53b423ce3b514411" /><Relationship Type="http://schemas.openxmlformats.org/officeDocument/2006/relationships/notesSlide" Target="/ppt/notesSlides/notesSlide19.xml" Id="R96a8ab11e09c461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82257e67e49c6" /><Relationship Type="http://schemas.openxmlformats.org/officeDocument/2006/relationships/image" Target="/ppt/media/image20.png" Id="R3df14fa366a847a6" /><Relationship Type="http://schemas.openxmlformats.org/officeDocument/2006/relationships/notesSlide" Target="/ppt/notesSlides/notesSlide20.xml" Id="R0f8a786f913347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b9da83a804c9c"/>
          <a:srcRect xmlns:a="http://schemas.openxmlformats.org/drawingml/2006/main" l="37" t="0" r="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4619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1f45fb309d4d35"/>
          <a:srcRect xmlns:a="http://schemas.openxmlformats.org/drawingml/2006/main" l="37" t="0" r="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1214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636693e0840d8"/>
          <a:srcRect xmlns:a="http://schemas.openxmlformats.org/drawingml/2006/main" l="37" t="0" r="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2946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14f5d4e5084f47"/>
          <a:srcRect xmlns:a="http://schemas.openxmlformats.org/drawingml/2006/main" l="37" t="0" r="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17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65be99d4e4ed7"/>
          <a:srcRect xmlns:a="http://schemas.openxmlformats.org/drawingml/2006/main" l="37" t="0" r="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917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9a3d410d954fc5"/>
          <a:srcRect xmlns:a="http://schemas.openxmlformats.org/drawingml/2006/main" l="37" t="0" r="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1028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deb69e3d124e54"/>
          <a:srcRect xmlns:a="http://schemas.openxmlformats.org/drawingml/2006/main" l="37" t="0" r="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093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ad2a98fdc4694"/>
          <a:srcRect xmlns:a="http://schemas.openxmlformats.org/drawingml/2006/main" l="37" t="0" r="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5122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1a020ae23a4519"/>
          <a:srcRect xmlns:a="http://schemas.openxmlformats.org/drawingml/2006/main" l="37" t="0" r="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7026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854b85eb04af6"/>
          <a:srcRect xmlns:a="http://schemas.openxmlformats.org/drawingml/2006/main" l="37" t="0" r="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6123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b9c08735b47c8"/>
          <a:srcRect xmlns:a="http://schemas.openxmlformats.org/drawingml/2006/main" l="37" t="0" r="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3075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2fe11651e4c07"/>
          <a:srcRect xmlns:a="http://schemas.openxmlformats.org/drawingml/2006/main" l="37" t="0" r="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4874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79128ddc1f47b1"/>
          <a:srcRect xmlns:a="http://schemas.openxmlformats.org/drawingml/2006/main" l="37" t="0" r="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5225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24beb484d45a8"/>
          <a:srcRect xmlns:a="http://schemas.openxmlformats.org/drawingml/2006/main" l="37" t="0" r="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0176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c399b7ee44fed"/>
          <a:srcRect xmlns:a="http://schemas.openxmlformats.org/drawingml/2006/main" l="37" t="0" r="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928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852c30a76f43b9"/>
          <a:srcRect xmlns:a="http://schemas.openxmlformats.org/drawingml/2006/main" l="37" t="0" r="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6962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037bf6126642e4"/>
          <a:srcRect xmlns:a="http://schemas.openxmlformats.org/drawingml/2006/main" l="37" t="0" r="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960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476e389a42403f"/>
          <a:srcRect xmlns:a="http://schemas.openxmlformats.org/drawingml/2006/main" l="37" t="0" r="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988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b423ce3b514411"/>
          <a:srcRect xmlns:a="http://schemas.openxmlformats.org/drawingml/2006/main" l="37" t="0" r="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0065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14fa366a847a6"/>
          <a:srcRect xmlns:a="http://schemas.openxmlformats.org/drawingml/2006/main" l="37" t="0" r="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8328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2026-07-30T12:43:01.8330000Z</dcterms:created>
  <dcterms:modified xsi:type="dcterms:W3CDTF">2026-07-30T12:43:01.8340000Z</dcterms:modified>
</coreProperties>
</file>