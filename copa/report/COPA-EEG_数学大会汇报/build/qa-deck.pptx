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bfb313dd32c4058" /><Relationship Type="http://schemas.openxmlformats.org/officeDocument/2006/relationships/extended-properties" Target="/docProps/app.xml" Id="Rec2f1a35c09d4f38" /><Relationship Type="http://schemas.openxmlformats.org/officeDocument/2006/relationships/officeDocument" Target="/ppt/presentation.xml" Id="R56c0a74aa583495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fe9f6ff62f94a95"/>
  </p:sldMasterIdLst>
  <p:notesMasterIdLst>
    <p:notesMasterId xmlns:r="http://schemas.openxmlformats.org/officeDocument/2006/relationships" r:id="R587668d6295d4624"/>
  </p:notesMasterIdLst>
  <p:sldIdLst>
    <p:sldId xmlns:r="http://schemas.openxmlformats.org/officeDocument/2006/relationships" id="256" r:id="Rc8f706a345c44a5c"/>
    <p:sldId xmlns:r="http://schemas.openxmlformats.org/officeDocument/2006/relationships" id="257" r:id="R90d91c0784df4a5d"/>
    <p:sldId xmlns:r="http://schemas.openxmlformats.org/officeDocument/2006/relationships" id="258" r:id="R3a4e21d59d394c7d"/>
    <p:sldId xmlns:r="http://schemas.openxmlformats.org/officeDocument/2006/relationships" id="259" r:id="Rc0523ff7f9754d61"/>
    <p:sldId xmlns:r="http://schemas.openxmlformats.org/officeDocument/2006/relationships" id="260" r:id="Ree3b088713f4428f"/>
    <p:sldId xmlns:r="http://schemas.openxmlformats.org/officeDocument/2006/relationships" id="261" r:id="R4bc3dda117f540da"/>
    <p:sldId xmlns:r="http://schemas.openxmlformats.org/officeDocument/2006/relationships" id="262" r:id="R5eb70fc79c5e47f9"/>
    <p:sldId xmlns:r="http://schemas.openxmlformats.org/officeDocument/2006/relationships" id="263" r:id="Rdfe339dcbcb14ab4"/>
    <p:sldId xmlns:r="http://schemas.openxmlformats.org/officeDocument/2006/relationships" id="264" r:id="Rd248a422cd33462d"/>
    <p:sldId xmlns:r="http://schemas.openxmlformats.org/officeDocument/2006/relationships" id="265" r:id="R88f13e8727c84d0d"/>
    <p:sldId xmlns:r="http://schemas.openxmlformats.org/officeDocument/2006/relationships" id="266" r:id="R26141fab442b405d"/>
    <p:sldId xmlns:r="http://schemas.openxmlformats.org/officeDocument/2006/relationships" id="267" r:id="Rf7bbdea3e8bf4893"/>
    <p:sldId xmlns:r="http://schemas.openxmlformats.org/officeDocument/2006/relationships" id="268" r:id="R44a2926c4cb8497d"/>
    <p:sldId xmlns:r="http://schemas.openxmlformats.org/officeDocument/2006/relationships" id="269" r:id="R899544af95464e49"/>
    <p:sldId xmlns:r="http://schemas.openxmlformats.org/officeDocument/2006/relationships" id="270" r:id="R61773850f4644c09"/>
    <p:sldId xmlns:r="http://schemas.openxmlformats.org/officeDocument/2006/relationships" id="271" r:id="Rb944e41ee270405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10953ed0b0c4188" /><Relationship Type="http://schemas.openxmlformats.org/officeDocument/2006/relationships/slideMaster" Target="/ppt/slideMasters/slideMaster1.xml" Id="R5fe9f6ff62f94a95" /><Relationship Type="http://schemas.openxmlformats.org/officeDocument/2006/relationships/notesMaster" Target="/ppt/notesMasters/notesMaster1.xml" Id="R587668d6295d4624" /><Relationship Type="http://schemas.openxmlformats.org/officeDocument/2006/relationships/presProps" Target="/ppt/presProps.xml" Id="R968d7e5c3bbb44a9" /><Relationship Type="http://schemas.openxmlformats.org/officeDocument/2006/relationships/tableStyles" Target="/ppt/tableStyles.xml" Id="Rf0dd4f1b68654f94" /><Relationship Type="http://schemas.openxmlformats.org/officeDocument/2006/relationships/slide" Target="/ppt/slides/slide1.xml" Id="Rc8f706a345c44a5c" /><Relationship Type="http://schemas.openxmlformats.org/officeDocument/2006/relationships/slide" Target="/ppt/slides/slide2.xml" Id="R90d91c0784df4a5d" /><Relationship Type="http://schemas.openxmlformats.org/officeDocument/2006/relationships/slide" Target="/ppt/slides/slide3.xml" Id="R3a4e21d59d394c7d" /><Relationship Type="http://schemas.openxmlformats.org/officeDocument/2006/relationships/slide" Target="/ppt/slides/slide4.xml" Id="Rc0523ff7f9754d61" /><Relationship Type="http://schemas.openxmlformats.org/officeDocument/2006/relationships/slide" Target="/ppt/slides/slide5.xml" Id="Ree3b088713f4428f" /><Relationship Type="http://schemas.openxmlformats.org/officeDocument/2006/relationships/slide" Target="/ppt/slides/slide6.xml" Id="R4bc3dda117f540da" /><Relationship Type="http://schemas.openxmlformats.org/officeDocument/2006/relationships/slide" Target="/ppt/slides/slide7.xml" Id="R5eb70fc79c5e47f9" /><Relationship Type="http://schemas.openxmlformats.org/officeDocument/2006/relationships/slide" Target="/ppt/slides/slide8.xml" Id="Rdfe339dcbcb14ab4" /><Relationship Type="http://schemas.openxmlformats.org/officeDocument/2006/relationships/slide" Target="/ppt/slides/slide9.xml" Id="Rd248a422cd33462d" /><Relationship Type="http://schemas.openxmlformats.org/officeDocument/2006/relationships/slide" Target="/ppt/slides/slide10.xml" Id="R88f13e8727c84d0d" /><Relationship Type="http://schemas.openxmlformats.org/officeDocument/2006/relationships/slide" Target="/ppt/slides/slide11.xml" Id="R26141fab442b405d" /><Relationship Type="http://schemas.openxmlformats.org/officeDocument/2006/relationships/slide" Target="/ppt/slides/slide12.xml" Id="Rf7bbdea3e8bf4893" /><Relationship Type="http://schemas.openxmlformats.org/officeDocument/2006/relationships/slide" Target="/ppt/slides/slide13.xml" Id="R44a2926c4cb8497d" /><Relationship Type="http://schemas.openxmlformats.org/officeDocument/2006/relationships/slide" Target="/ppt/slides/slide14.xml" Id="R899544af95464e49" /><Relationship Type="http://schemas.openxmlformats.org/officeDocument/2006/relationships/slide" Target="/ppt/slides/slide15.xml" Id="R61773850f4644c09" /><Relationship Type="http://schemas.openxmlformats.org/officeDocument/2006/relationships/slide" Target="/ppt/slides/slide16.xml" Id="Rb944e41ee270405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c973d4752c946e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f0fe0af19c9441e" /><Relationship Type="http://schemas.openxmlformats.org/officeDocument/2006/relationships/notesMaster" Target="/ppt/notesMasters/notesMaster1.xml" Id="Ra18d56b3ea554f8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5d6b417dd994c7a" /><Relationship Type="http://schemas.openxmlformats.org/officeDocument/2006/relationships/notesMaster" Target="/ppt/notesMasters/notesMaster1.xml" Id="R4e9af4bdad5a4ad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cf80bd8a82c458b" /><Relationship Type="http://schemas.openxmlformats.org/officeDocument/2006/relationships/notesMaster" Target="/ppt/notesMasters/notesMaster1.xml" Id="R489a8b6d3caa491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160a763ea544883" /><Relationship Type="http://schemas.openxmlformats.org/officeDocument/2006/relationships/notesMaster" Target="/ppt/notesMasters/notesMaster1.xml" Id="R3965976d50c84f4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02e3fa72f684308" /><Relationship Type="http://schemas.openxmlformats.org/officeDocument/2006/relationships/notesMaster" Target="/ppt/notesMasters/notesMaster1.xml" Id="Rc7b4a4583d49436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030d1a0979a47e1" /><Relationship Type="http://schemas.openxmlformats.org/officeDocument/2006/relationships/notesMaster" Target="/ppt/notesMasters/notesMaster1.xml" Id="R450dd01ec6c5498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dacaee117774f48" /><Relationship Type="http://schemas.openxmlformats.org/officeDocument/2006/relationships/notesMaster" Target="/ppt/notesMasters/notesMaster1.xml" Id="Rf8ed85a0687a440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dbbe28ddd0c40ee" /><Relationship Type="http://schemas.openxmlformats.org/officeDocument/2006/relationships/notesMaster" Target="/ppt/notesMasters/notesMaster1.xml" Id="R44d75527870f482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dbf8508946149c4" /><Relationship Type="http://schemas.openxmlformats.org/officeDocument/2006/relationships/notesMaster" Target="/ppt/notesMasters/notesMaster1.xml" Id="R60591da3ef07423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3d125e4b02b40d4" /><Relationship Type="http://schemas.openxmlformats.org/officeDocument/2006/relationships/notesMaster" Target="/ppt/notesMasters/notesMaster1.xml" Id="R4a933e4b0de148b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d2f3b5bc3a043ba" /><Relationship Type="http://schemas.openxmlformats.org/officeDocument/2006/relationships/notesMaster" Target="/ppt/notesMasters/notesMaster1.xml" Id="Rdbedbb322361490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39f7bf9516e4b05" /><Relationship Type="http://schemas.openxmlformats.org/officeDocument/2006/relationships/notesMaster" Target="/ppt/notesMasters/notesMaster1.xml" Id="R9aa485e8dd80443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84adcae33f4431f" /><Relationship Type="http://schemas.openxmlformats.org/officeDocument/2006/relationships/notesMaster" Target="/ppt/notesMasters/notesMaster1.xml" Id="Ra3989a38fab641e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f0604a241074593" /><Relationship Type="http://schemas.openxmlformats.org/officeDocument/2006/relationships/notesMaster" Target="/ppt/notesMasters/notesMaster1.xml" Id="Re8fe9fccfef34b2d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0495623185244b0" /><Relationship Type="http://schemas.openxmlformats.org/officeDocument/2006/relationships/notesMaster" Target="/ppt/notesMasters/notesMaster1.xml" Id="R81eb9caf2f4a4b24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f7acd17cafaf482c" /><Relationship Type="http://schemas.openxmlformats.org/officeDocument/2006/relationships/notesMaster" Target="/ppt/notesMasters/notesMaster1.xml" Id="R179c67b029a94bf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/Users/liuxiang/EEG/report/COPA-EEG_汇报概述.md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/Users/liuxiang/EEG/report/COPA-EEG_汇报概述.md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/Users/liuxiang/EEG/report/COPA-EEG_汇报概述.md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/Users/liuxiang/EEG/report/COPA-EEG_汇报概述.md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/Users/liuxiang/EEG/report/COPA-EEG_汇报概述.md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/Users/liuxiang/EEG/report/COPA-EEG_汇报概述.md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/Users/liuxiang/EEG/report/COPA-EEG_汇报概述.md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/Users/liuxiang/EEG/report/COPA-EEG_汇报概述.md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/Users/liuxiang/EEG/report/COPA-EEG_汇报概述.md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/Users/liuxiang/EEG/report/COPA-EEG_汇报概述.md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/Users/liuxiang/EEG/report/COPA-EEG_汇报概述.md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/Users/liuxiang/EEG/report/COPA-EEG_汇报概述.md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/Users/liuxiang/EEG/report/COPA-EEG_汇报概述.md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/Users/liuxiang/EEG/report/COPA-EEG_汇报概述.md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/Users/liuxiang/EEG/report/COPA-EEG_汇报概述.md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/Users/liuxiang/EEG/report/COPA-EEG_汇报概述.md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af420a622824dc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3196728c7704531" /><Relationship Type="http://schemas.openxmlformats.org/officeDocument/2006/relationships/slideLayout" Target="/ppt/slideLayouts/slideLayout1.xml" Id="Reb4bc8453e9a47c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b4bc8453e9a47c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318004b718412f" /><Relationship Type="http://schemas.openxmlformats.org/officeDocument/2006/relationships/image" Target="/ppt/media/image.png" Id="R4bfd696fe90a4860" /><Relationship Type="http://schemas.openxmlformats.org/officeDocument/2006/relationships/notesSlide" Target="/ppt/notesSlides/notesSlide1.xml" Id="Rf590178c407344e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55575e31f447aa" /><Relationship Type="http://schemas.openxmlformats.org/officeDocument/2006/relationships/image" Target="/ppt/media/image2.png" Id="R481b9bd76bb74d06" /><Relationship Type="http://schemas.openxmlformats.org/officeDocument/2006/relationships/notesSlide" Target="/ppt/notesSlides/notesSlide2.xml" Id="R061ad07b3435441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e3921d723d45e4" /><Relationship Type="http://schemas.openxmlformats.org/officeDocument/2006/relationships/image" Target="/ppt/media/image3.png" Id="R3f474586db0241b4" /><Relationship Type="http://schemas.openxmlformats.org/officeDocument/2006/relationships/notesSlide" Target="/ppt/notesSlides/notesSlide3.xml" Id="Rdff9387f6851415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1f36370b764c93" /><Relationship Type="http://schemas.openxmlformats.org/officeDocument/2006/relationships/image" Target="/ppt/media/image4.png" Id="R89143cbd8ebf4ade" /><Relationship Type="http://schemas.openxmlformats.org/officeDocument/2006/relationships/notesSlide" Target="/ppt/notesSlides/notesSlide4.xml" Id="R86839a3c5aef4ec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e82905c5e74919" /><Relationship Type="http://schemas.openxmlformats.org/officeDocument/2006/relationships/image" Target="/ppt/media/image5.png" Id="R537bfe57732b49d0" /><Relationship Type="http://schemas.openxmlformats.org/officeDocument/2006/relationships/notesSlide" Target="/ppt/notesSlides/notesSlide5.xml" Id="R566268415e12443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5243d3d55645a6" /><Relationship Type="http://schemas.openxmlformats.org/officeDocument/2006/relationships/image" Target="/ppt/media/image6.png" Id="Rc3445b60d0f94558" /><Relationship Type="http://schemas.openxmlformats.org/officeDocument/2006/relationships/notesSlide" Target="/ppt/notesSlides/notesSlide6.xml" Id="R02d98100d83844c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94dedb27164fc6" /><Relationship Type="http://schemas.openxmlformats.org/officeDocument/2006/relationships/image" Target="/ppt/media/image7.png" Id="R8e4e0f5e39bd4b03" /><Relationship Type="http://schemas.openxmlformats.org/officeDocument/2006/relationships/notesSlide" Target="/ppt/notesSlides/notesSlide7.xml" Id="R4b772dbcc65649b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e7c231e3c34666" /><Relationship Type="http://schemas.openxmlformats.org/officeDocument/2006/relationships/image" Target="/ppt/media/image8.png" Id="R5da0d47d41b44c15" /><Relationship Type="http://schemas.openxmlformats.org/officeDocument/2006/relationships/notesSlide" Target="/ppt/notesSlides/notesSlide8.xml" Id="Rb4944b6fe34d401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4a24ba142242c1" /><Relationship Type="http://schemas.openxmlformats.org/officeDocument/2006/relationships/image" Target="/ppt/media/image9.png" Id="Red8d6cd191cf40db" /><Relationship Type="http://schemas.openxmlformats.org/officeDocument/2006/relationships/notesSlide" Target="/ppt/notesSlides/notesSlide9.xml" Id="R6cc6b32ac84340c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33e63d6c4d4ef6" /><Relationship Type="http://schemas.openxmlformats.org/officeDocument/2006/relationships/image" Target="/ppt/media/image10.png" Id="R4006c722d1b54b16" /><Relationship Type="http://schemas.openxmlformats.org/officeDocument/2006/relationships/notesSlide" Target="/ppt/notesSlides/notesSlide10.xml" Id="R4db5be88e5c846f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13e1b9ba1a4509" /><Relationship Type="http://schemas.openxmlformats.org/officeDocument/2006/relationships/image" Target="/ppt/media/image11.png" Id="Rcd6d58c07e034c17" /><Relationship Type="http://schemas.openxmlformats.org/officeDocument/2006/relationships/notesSlide" Target="/ppt/notesSlides/notesSlide11.xml" Id="R2878be770be6496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713593af224291" /><Relationship Type="http://schemas.openxmlformats.org/officeDocument/2006/relationships/image" Target="/ppt/media/image12.png" Id="Rc901ae62557e4d53" /><Relationship Type="http://schemas.openxmlformats.org/officeDocument/2006/relationships/notesSlide" Target="/ppt/notesSlides/notesSlide12.xml" Id="Rdcfd0aff5f6e45d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c4b4b71bef44e7" /><Relationship Type="http://schemas.openxmlformats.org/officeDocument/2006/relationships/image" Target="/ppt/media/image13.png" Id="R2d5cd301b0474f61" /><Relationship Type="http://schemas.openxmlformats.org/officeDocument/2006/relationships/notesSlide" Target="/ppt/notesSlides/notesSlide13.xml" Id="R0b74cd8ba0c54a2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9ee2856f4b4c16" /><Relationship Type="http://schemas.openxmlformats.org/officeDocument/2006/relationships/image" Target="/ppt/media/image14.png" Id="R1a4739c44e2f4f2f" /><Relationship Type="http://schemas.openxmlformats.org/officeDocument/2006/relationships/notesSlide" Target="/ppt/notesSlides/notesSlide14.xml" Id="Rd2f7699fdf13411a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b5fa77145c46fb" /><Relationship Type="http://schemas.openxmlformats.org/officeDocument/2006/relationships/image" Target="/ppt/media/image15.png" Id="R161c730321774ab7" /><Relationship Type="http://schemas.openxmlformats.org/officeDocument/2006/relationships/notesSlide" Target="/ppt/notesSlides/notesSlide15.xml" Id="R8f0e6676284246e0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873e23928a4ab3" /><Relationship Type="http://schemas.openxmlformats.org/officeDocument/2006/relationships/image" Target="/ppt/media/image16.png" Id="R8506dbe9c7e344fb" /><Relationship Type="http://schemas.openxmlformats.org/officeDocument/2006/relationships/notesSlide" Target="/ppt/notesSlides/notesSlide16.xml" Id="R2076303a588646f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fd696fe90a4860"/>
          <a:srcRect xmlns:a="http://schemas.openxmlformats.org/drawingml/2006/main" l="0" t="10" r="0" b="1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179865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1b9bd76bb74d06"/>
          <a:srcRect xmlns:a="http://schemas.openxmlformats.org/drawingml/2006/main" l="0" t="10" r="0" b="1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744933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474586db0241b4"/>
          <a:srcRect xmlns:a="http://schemas.openxmlformats.org/drawingml/2006/main" l="0" t="10" r="0" b="1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509401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143cbd8ebf4ade"/>
          <a:srcRect xmlns:a="http://schemas.openxmlformats.org/drawingml/2006/main" l="0" t="10" r="0" b="1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807784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7bfe57732b49d0"/>
          <a:srcRect xmlns:a="http://schemas.openxmlformats.org/drawingml/2006/main" l="0" t="10" r="0" b="1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577901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445b60d0f94558"/>
          <a:srcRect xmlns:a="http://schemas.openxmlformats.org/drawingml/2006/main" l="0" t="10" r="0" b="1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808165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4e0f5e39bd4b03"/>
          <a:srcRect xmlns:a="http://schemas.openxmlformats.org/drawingml/2006/main" l="0" t="10" r="0" b="1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295061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a0d47d41b44c15"/>
          <a:srcRect xmlns:a="http://schemas.openxmlformats.org/drawingml/2006/main" l="0" t="10" r="0" b="1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821262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8d6cd191cf40db"/>
          <a:srcRect xmlns:a="http://schemas.openxmlformats.org/drawingml/2006/main" l="0" t="10" r="0" b="1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79417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06c722d1b54b16"/>
          <a:srcRect xmlns:a="http://schemas.openxmlformats.org/drawingml/2006/main" l="0" t="10" r="0" b="1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00107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6d58c07e034c17"/>
          <a:srcRect xmlns:a="http://schemas.openxmlformats.org/drawingml/2006/main" l="0" t="10" r="0" b="1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40721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01ae62557e4d53"/>
          <a:srcRect xmlns:a="http://schemas.openxmlformats.org/drawingml/2006/main" l="0" t="10" r="0" b="1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692209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5cd301b0474f61"/>
          <a:srcRect xmlns:a="http://schemas.openxmlformats.org/drawingml/2006/main" l="0" t="10" r="0" b="1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687105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4739c44e2f4f2f"/>
          <a:srcRect xmlns:a="http://schemas.openxmlformats.org/drawingml/2006/main" l="0" t="10" r="0" b="1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640611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1c730321774ab7"/>
          <a:srcRect xmlns:a="http://schemas.openxmlformats.org/drawingml/2006/main" l="0" t="10" r="0" b="1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728486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06dbe9c7e344fb"/>
          <a:srcRect xmlns:a="http://schemas.openxmlformats.org/drawingml/2006/main" l="0" t="10" r="0" b="1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126221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2026-07-30T12:19:46.6180000Z</dcterms:created>
  <dcterms:modified xsi:type="dcterms:W3CDTF">2026-07-30T12:19:46.6180000Z</dcterms:modified>
</coreProperties>
</file>