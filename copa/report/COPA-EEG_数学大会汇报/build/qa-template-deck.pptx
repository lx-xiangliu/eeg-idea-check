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b9fd45f6149b0" /><Relationship Type="http://schemas.openxmlformats.org/officeDocument/2006/relationships/extended-properties" Target="/docProps/app.xml" Id="R9f11623925da4127" /><Relationship Type="http://schemas.openxmlformats.org/officeDocument/2006/relationships/officeDocument" Target="/ppt/presentation.xml" Id="Rc666082e371a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2bc11a17ed4249"/>
  </p:sldMasterIdLst>
  <p:notesMasterIdLst>
    <p:notesMasterId xmlns:r="http://schemas.openxmlformats.org/officeDocument/2006/relationships" r:id="Rd7023c0a167b445c"/>
  </p:notesMasterIdLst>
  <p:sldIdLst>
    <p:sldId xmlns:r="http://schemas.openxmlformats.org/officeDocument/2006/relationships" id="256" r:id="R67f4156301bd4f39"/>
    <p:sldId xmlns:r="http://schemas.openxmlformats.org/officeDocument/2006/relationships" id="257" r:id="R6f2151dff88c4b4b"/>
    <p:sldId xmlns:r="http://schemas.openxmlformats.org/officeDocument/2006/relationships" id="258" r:id="R5169b32a26064442"/>
    <p:sldId xmlns:r="http://schemas.openxmlformats.org/officeDocument/2006/relationships" id="259" r:id="R2761734da17a4f78"/>
    <p:sldId xmlns:r="http://schemas.openxmlformats.org/officeDocument/2006/relationships" id="260" r:id="Rdbe883277f3b41e1"/>
    <p:sldId xmlns:r="http://schemas.openxmlformats.org/officeDocument/2006/relationships" id="261" r:id="R30df94faaa794cf2"/>
    <p:sldId xmlns:r="http://schemas.openxmlformats.org/officeDocument/2006/relationships" id="262" r:id="Raf37ed13a5574cc6"/>
    <p:sldId xmlns:r="http://schemas.openxmlformats.org/officeDocument/2006/relationships" id="263" r:id="R36dc8e1af73a4f6e"/>
    <p:sldId xmlns:r="http://schemas.openxmlformats.org/officeDocument/2006/relationships" id="264" r:id="R45ebccb8ed9b4491"/>
    <p:sldId xmlns:r="http://schemas.openxmlformats.org/officeDocument/2006/relationships" id="265" r:id="Rdabc06a5404c4d6a"/>
    <p:sldId xmlns:r="http://schemas.openxmlformats.org/officeDocument/2006/relationships" id="266" r:id="R63260db1aec04d35"/>
    <p:sldId xmlns:r="http://schemas.openxmlformats.org/officeDocument/2006/relationships" id="267" r:id="Re1b4d76ba3dd408c"/>
    <p:sldId xmlns:r="http://schemas.openxmlformats.org/officeDocument/2006/relationships" id="268" r:id="R50c300f9289a4a72"/>
    <p:sldId xmlns:r="http://schemas.openxmlformats.org/officeDocument/2006/relationships" id="269" r:id="Ra192cbd91f744403"/>
    <p:sldId xmlns:r="http://schemas.openxmlformats.org/officeDocument/2006/relationships" id="270" r:id="Rb30dec1f64c446ce"/>
    <p:sldId xmlns:r="http://schemas.openxmlformats.org/officeDocument/2006/relationships" id="271" r:id="R48ba069e5b814297"/>
    <p:sldId xmlns:r="http://schemas.openxmlformats.org/officeDocument/2006/relationships" id="272" r:id="R806d4c3c01514d3c"/>
    <p:sldId xmlns:r="http://schemas.openxmlformats.org/officeDocument/2006/relationships" id="273" r:id="R8b0cb6b45c3c4022"/>
    <p:sldId xmlns:r="http://schemas.openxmlformats.org/officeDocument/2006/relationships" id="274" r:id="R5142dff0c5344054"/>
    <p:sldId xmlns:r="http://schemas.openxmlformats.org/officeDocument/2006/relationships" id="275" r:id="Rca23230fad964f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36aa3ab49a4cde" /><Relationship Type="http://schemas.openxmlformats.org/officeDocument/2006/relationships/slideMaster" Target="/ppt/slideMasters/slideMaster1.xml" Id="R312bc11a17ed4249" /><Relationship Type="http://schemas.openxmlformats.org/officeDocument/2006/relationships/notesMaster" Target="/ppt/notesMasters/notesMaster1.xml" Id="Rd7023c0a167b445c" /><Relationship Type="http://schemas.openxmlformats.org/officeDocument/2006/relationships/presProps" Target="/ppt/presProps.xml" Id="R43b109dbb4754c17" /><Relationship Type="http://schemas.openxmlformats.org/officeDocument/2006/relationships/tableStyles" Target="/ppt/tableStyles.xml" Id="R75c2598016b14b1f" /><Relationship Type="http://schemas.openxmlformats.org/officeDocument/2006/relationships/slide" Target="/ppt/slides/slide1.xml" Id="R67f4156301bd4f39" /><Relationship Type="http://schemas.openxmlformats.org/officeDocument/2006/relationships/slide" Target="/ppt/slides/slide2.xml" Id="R6f2151dff88c4b4b" /><Relationship Type="http://schemas.openxmlformats.org/officeDocument/2006/relationships/slide" Target="/ppt/slides/slide3.xml" Id="R5169b32a26064442" /><Relationship Type="http://schemas.openxmlformats.org/officeDocument/2006/relationships/slide" Target="/ppt/slides/slide4.xml" Id="R2761734da17a4f78" /><Relationship Type="http://schemas.openxmlformats.org/officeDocument/2006/relationships/slide" Target="/ppt/slides/slide5.xml" Id="Rdbe883277f3b41e1" /><Relationship Type="http://schemas.openxmlformats.org/officeDocument/2006/relationships/slide" Target="/ppt/slides/slide6.xml" Id="R30df94faaa794cf2" /><Relationship Type="http://schemas.openxmlformats.org/officeDocument/2006/relationships/slide" Target="/ppt/slides/slide7.xml" Id="Raf37ed13a5574cc6" /><Relationship Type="http://schemas.openxmlformats.org/officeDocument/2006/relationships/slide" Target="/ppt/slides/slide8.xml" Id="R36dc8e1af73a4f6e" /><Relationship Type="http://schemas.openxmlformats.org/officeDocument/2006/relationships/slide" Target="/ppt/slides/slide9.xml" Id="R45ebccb8ed9b4491" /><Relationship Type="http://schemas.openxmlformats.org/officeDocument/2006/relationships/slide" Target="/ppt/slides/slide10.xml" Id="Rdabc06a5404c4d6a" /><Relationship Type="http://schemas.openxmlformats.org/officeDocument/2006/relationships/slide" Target="/ppt/slides/slide11.xml" Id="R63260db1aec04d35" /><Relationship Type="http://schemas.openxmlformats.org/officeDocument/2006/relationships/slide" Target="/ppt/slides/slide12.xml" Id="Re1b4d76ba3dd408c" /><Relationship Type="http://schemas.openxmlformats.org/officeDocument/2006/relationships/slide" Target="/ppt/slides/slide13.xml" Id="R50c300f9289a4a72" /><Relationship Type="http://schemas.openxmlformats.org/officeDocument/2006/relationships/slide" Target="/ppt/slides/slide14.xml" Id="Ra192cbd91f744403" /><Relationship Type="http://schemas.openxmlformats.org/officeDocument/2006/relationships/slide" Target="/ppt/slides/slide15.xml" Id="Rb30dec1f64c446ce" /><Relationship Type="http://schemas.openxmlformats.org/officeDocument/2006/relationships/slide" Target="/ppt/slides/slide16.xml" Id="R48ba069e5b814297" /><Relationship Type="http://schemas.openxmlformats.org/officeDocument/2006/relationships/slide" Target="/ppt/slides/slide17.xml" Id="R806d4c3c01514d3c" /><Relationship Type="http://schemas.openxmlformats.org/officeDocument/2006/relationships/slide" Target="/ppt/slides/slide18.xml" Id="R8b0cb6b45c3c4022" /><Relationship Type="http://schemas.openxmlformats.org/officeDocument/2006/relationships/slide" Target="/ppt/slides/slide19.xml" Id="R5142dff0c5344054" /><Relationship Type="http://schemas.openxmlformats.org/officeDocument/2006/relationships/slide" Target="/ppt/slides/slide20.xml" Id="Rca23230fad964f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b25dd77f0a41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0eebe507f84ebe" /><Relationship Type="http://schemas.openxmlformats.org/officeDocument/2006/relationships/notesMaster" Target="/ppt/notesMasters/notesMaster1.xml" Id="Re9d12629564e47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9e6b978a20455d" /><Relationship Type="http://schemas.openxmlformats.org/officeDocument/2006/relationships/notesMaster" Target="/ppt/notesMasters/notesMaster1.xml" Id="Rb375e18c9fbe49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5e7cf5c1bf48d3" /><Relationship Type="http://schemas.openxmlformats.org/officeDocument/2006/relationships/notesMaster" Target="/ppt/notesMasters/notesMaster1.xml" Id="R3fdfe1d53dfb42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455b9250d740a5" /><Relationship Type="http://schemas.openxmlformats.org/officeDocument/2006/relationships/notesMaster" Target="/ppt/notesMasters/notesMaster1.xml" Id="Rfb700d84cd7646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5ea4438661413c" /><Relationship Type="http://schemas.openxmlformats.org/officeDocument/2006/relationships/notesMaster" Target="/ppt/notesMasters/notesMaster1.xml" Id="R02c5b0ad8e774f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1b184d14c40b2" /><Relationship Type="http://schemas.openxmlformats.org/officeDocument/2006/relationships/notesMaster" Target="/ppt/notesMasters/notesMaster1.xml" Id="Rb11c7c5972564a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2f2fac86b645cb" /><Relationship Type="http://schemas.openxmlformats.org/officeDocument/2006/relationships/notesMaster" Target="/ppt/notesMasters/notesMaster1.xml" Id="R805533e0e1814a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d94f12b61c42fc" /><Relationship Type="http://schemas.openxmlformats.org/officeDocument/2006/relationships/notesMaster" Target="/ppt/notesMasters/notesMaster1.xml" Id="R33858585296344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c486725d4d47ac" /><Relationship Type="http://schemas.openxmlformats.org/officeDocument/2006/relationships/notesMaster" Target="/ppt/notesMasters/notesMaster1.xml" Id="R145326822fd441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e5fb451cd2406d" /><Relationship Type="http://schemas.openxmlformats.org/officeDocument/2006/relationships/notesMaster" Target="/ppt/notesMasters/notesMaster1.xml" Id="R6afe58ce413343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3e234583cf4f2f" /><Relationship Type="http://schemas.openxmlformats.org/officeDocument/2006/relationships/notesMaster" Target="/ppt/notesMasters/notesMaster1.xml" Id="Rf497ebf857df48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61b9f5d2424cf9" /><Relationship Type="http://schemas.openxmlformats.org/officeDocument/2006/relationships/notesMaster" Target="/ppt/notesMasters/notesMaster1.xml" Id="R5d08f742230c46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01252188d748b3" /><Relationship Type="http://schemas.openxmlformats.org/officeDocument/2006/relationships/notesMaster" Target="/ppt/notesMasters/notesMaster1.xml" Id="Rdaa7e01a44d344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51ff81f3f4480c" /><Relationship Type="http://schemas.openxmlformats.org/officeDocument/2006/relationships/notesMaster" Target="/ppt/notesMasters/notesMaster1.xml" Id="R2498a58d498f46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668c0a361c4792" /><Relationship Type="http://schemas.openxmlformats.org/officeDocument/2006/relationships/notesMaster" Target="/ppt/notesMasters/notesMaster1.xml" Id="Rb5d5fb8dd2c64f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94f436e50a48d9" /><Relationship Type="http://schemas.openxmlformats.org/officeDocument/2006/relationships/notesMaster" Target="/ppt/notesMasters/notesMaster1.xml" Id="R0f78d3888f5e4e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4ddc8466f14345" /><Relationship Type="http://schemas.openxmlformats.org/officeDocument/2006/relationships/notesMaster" Target="/ppt/notesMasters/notesMaster1.xml" Id="R57a5ede6aeb246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db609db84547ec" /><Relationship Type="http://schemas.openxmlformats.org/officeDocument/2006/relationships/notesMaster" Target="/ppt/notesMasters/notesMaster1.xml" Id="R61110ac1f8d949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a20654be31433b" /><Relationship Type="http://schemas.openxmlformats.org/officeDocument/2006/relationships/notesMaster" Target="/ppt/notesMasters/notesMaster1.xml" Id="R3d5c59fc5d7d4c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6336bb029c44f0" /><Relationship Type="http://schemas.openxmlformats.org/officeDocument/2006/relationships/notesMaster" Target="/ppt/notesMasters/notesMaster1.xml" Id="R861be3fbdeef49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/Users/liuxiang/EEG/report/COPA-EEG_汇报概述.md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0001656b046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b9fe7205b4308" /><Relationship Type="http://schemas.openxmlformats.org/officeDocument/2006/relationships/slideLayout" Target="/ppt/slideLayouts/slideLayout1.xml" Id="R76e7dc0141034f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e7dc0141034f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6b4772f404a5e" /><Relationship Type="http://schemas.openxmlformats.org/officeDocument/2006/relationships/image" Target="/ppt/media/image.png" Id="R0ec76e4551b440a3" /><Relationship Type="http://schemas.openxmlformats.org/officeDocument/2006/relationships/notesSlide" Target="/ppt/notesSlides/notesSlide1.xml" Id="R444fee3face645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3992187474380" /><Relationship Type="http://schemas.openxmlformats.org/officeDocument/2006/relationships/image" Target="/ppt/media/image2.png" Id="R830fff5b02374eeb" /><Relationship Type="http://schemas.openxmlformats.org/officeDocument/2006/relationships/notesSlide" Target="/ppt/notesSlides/notesSlide2.xml" Id="R810369f945a944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9e08aa6074236" /><Relationship Type="http://schemas.openxmlformats.org/officeDocument/2006/relationships/image" Target="/ppt/media/image3.png" Id="R201a7f833ac04063" /><Relationship Type="http://schemas.openxmlformats.org/officeDocument/2006/relationships/notesSlide" Target="/ppt/notesSlides/notesSlide3.xml" Id="Rc21f1deb78c840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58480276f4e89" /><Relationship Type="http://schemas.openxmlformats.org/officeDocument/2006/relationships/image" Target="/ppt/media/image4.png" Id="R612eb1a984824e2b" /><Relationship Type="http://schemas.openxmlformats.org/officeDocument/2006/relationships/notesSlide" Target="/ppt/notesSlides/notesSlide4.xml" Id="R2f6ab47597c541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63612240a405a" /><Relationship Type="http://schemas.openxmlformats.org/officeDocument/2006/relationships/image" Target="/ppt/media/image5.png" Id="R6dd836311d6d49a3" /><Relationship Type="http://schemas.openxmlformats.org/officeDocument/2006/relationships/notesSlide" Target="/ppt/notesSlides/notesSlide5.xml" Id="R1d67639a9c7f40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c7a235b2e4ca7" /><Relationship Type="http://schemas.openxmlformats.org/officeDocument/2006/relationships/image" Target="/ppt/media/image6.png" Id="R1c49949fe6e1414f" /><Relationship Type="http://schemas.openxmlformats.org/officeDocument/2006/relationships/notesSlide" Target="/ppt/notesSlides/notesSlide6.xml" Id="Rff2470431e0548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55686482f4318" /><Relationship Type="http://schemas.openxmlformats.org/officeDocument/2006/relationships/image" Target="/ppt/media/image7.png" Id="R11d6ae7cfbae4da1" /><Relationship Type="http://schemas.openxmlformats.org/officeDocument/2006/relationships/notesSlide" Target="/ppt/notesSlides/notesSlide7.xml" Id="R694ff7eeabe447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f2d62afb146c1" /><Relationship Type="http://schemas.openxmlformats.org/officeDocument/2006/relationships/image" Target="/ppt/media/image8.png" Id="Rf72ae025b15f48db" /><Relationship Type="http://schemas.openxmlformats.org/officeDocument/2006/relationships/notesSlide" Target="/ppt/notesSlides/notesSlide8.xml" Id="R2e8456bced514a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a2736062c455a" /><Relationship Type="http://schemas.openxmlformats.org/officeDocument/2006/relationships/image" Target="/ppt/media/image9.png" Id="Re8d59d7ed1194436" /><Relationship Type="http://schemas.openxmlformats.org/officeDocument/2006/relationships/notesSlide" Target="/ppt/notesSlides/notesSlide9.xml" Id="R09aebb6bbae54c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154b7aca145ef" /><Relationship Type="http://schemas.openxmlformats.org/officeDocument/2006/relationships/image" Target="/ppt/media/image10.png" Id="Re529f386af624cf5" /><Relationship Type="http://schemas.openxmlformats.org/officeDocument/2006/relationships/notesSlide" Target="/ppt/notesSlides/notesSlide10.xml" Id="R0826f4e46dbb40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36c597d9b4142" /><Relationship Type="http://schemas.openxmlformats.org/officeDocument/2006/relationships/image" Target="/ppt/media/image11.png" Id="R66bb315f371e4ea6" /><Relationship Type="http://schemas.openxmlformats.org/officeDocument/2006/relationships/notesSlide" Target="/ppt/notesSlides/notesSlide11.xml" Id="R6a0e88241c4643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d1f99e3064611" /><Relationship Type="http://schemas.openxmlformats.org/officeDocument/2006/relationships/image" Target="/ppt/media/image12.png" Id="R0bc48f968dec4aaa" /><Relationship Type="http://schemas.openxmlformats.org/officeDocument/2006/relationships/notesSlide" Target="/ppt/notesSlides/notesSlide12.xml" Id="Rfdb06b03ffd741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055ceac2a4720" /><Relationship Type="http://schemas.openxmlformats.org/officeDocument/2006/relationships/image" Target="/ppt/media/image13.png" Id="R9764f10d38a44e84" /><Relationship Type="http://schemas.openxmlformats.org/officeDocument/2006/relationships/notesSlide" Target="/ppt/notesSlides/notesSlide13.xml" Id="R4bf0ccd692994e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10dfe5eda4ea5" /><Relationship Type="http://schemas.openxmlformats.org/officeDocument/2006/relationships/image" Target="/ppt/media/image14.png" Id="R1c4fe13934fc46cf" /><Relationship Type="http://schemas.openxmlformats.org/officeDocument/2006/relationships/notesSlide" Target="/ppt/notesSlides/notesSlide14.xml" Id="Rc4123d2adc3d42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68fa1d370489e" /><Relationship Type="http://schemas.openxmlformats.org/officeDocument/2006/relationships/image" Target="/ppt/media/image15.png" Id="R8fa4e1d9ab1c4904" /><Relationship Type="http://schemas.openxmlformats.org/officeDocument/2006/relationships/notesSlide" Target="/ppt/notesSlides/notesSlide15.xml" Id="R983150a3ae2948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9f8af79eb48cd" /><Relationship Type="http://schemas.openxmlformats.org/officeDocument/2006/relationships/image" Target="/ppt/media/image16.png" Id="R8028949b27494e39" /><Relationship Type="http://schemas.openxmlformats.org/officeDocument/2006/relationships/notesSlide" Target="/ppt/notesSlides/notesSlide16.xml" Id="Re1dec71cda874a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3e36673e540dd" /><Relationship Type="http://schemas.openxmlformats.org/officeDocument/2006/relationships/image" Target="/ppt/media/image17.png" Id="R927ba855eef749d8" /><Relationship Type="http://schemas.openxmlformats.org/officeDocument/2006/relationships/notesSlide" Target="/ppt/notesSlides/notesSlide17.xml" Id="R3fca371bb55b47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3fcbc33494efa" /><Relationship Type="http://schemas.openxmlformats.org/officeDocument/2006/relationships/image" Target="/ppt/media/image18.png" Id="R6269726a36e04a7d" /><Relationship Type="http://schemas.openxmlformats.org/officeDocument/2006/relationships/notesSlide" Target="/ppt/notesSlides/notesSlide18.xml" Id="R8a442330ddcd4d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834534fe84336" /><Relationship Type="http://schemas.openxmlformats.org/officeDocument/2006/relationships/image" Target="/ppt/media/image19.png" Id="R8b96abb1a8f84bd0" /><Relationship Type="http://schemas.openxmlformats.org/officeDocument/2006/relationships/notesSlide" Target="/ppt/notesSlides/notesSlide19.xml" Id="R7e00a577524d4f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8294ec04642f7" /><Relationship Type="http://schemas.openxmlformats.org/officeDocument/2006/relationships/image" Target="/ppt/media/image20.png" Id="R1575a32858774575" /><Relationship Type="http://schemas.openxmlformats.org/officeDocument/2006/relationships/notesSlide" Target="/ppt/notesSlides/notesSlide20.xml" Id="Rcfc0d9f88bd947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76e4551b440a3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19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fff5b02374ee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2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a7f833ac04063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99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eb1a984824e2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35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836311d6d49a3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94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9949fe6e1414f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91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6ae7cfbae4da1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267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ae025b15f48d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59d7ed119443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202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9f386af624cf5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341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b315f371e4ea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771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48f968dec4aaa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087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4f10d38a44e84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813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fe13934fc46cf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714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4e1d9ab1c4904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330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8949b27494e39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674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ba855eef749d8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43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9726a36e04a7d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189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6abb1a8f84bd0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351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5a32858774575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66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2026-07-30T12:28:58.4850000Z</dcterms:created>
  <dcterms:modified xsi:type="dcterms:W3CDTF">2026-07-30T12:28:58.4850000Z</dcterms:modified>
</coreProperties>
</file>